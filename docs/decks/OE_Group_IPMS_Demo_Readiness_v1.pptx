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2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B24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GROUP · INTEGRATED FM &amp; PROPERTY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Readiness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rehearsal — dry run confirmed end to end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 2026  ·  oe-group-ipms-staging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16636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330952"/>
            <a:ext cx="146304" cy="146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516636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31720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5330952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60904" y="516636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48456" y="5166360"/>
            <a:ext cx="864108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5330952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5166360"/>
            <a:ext cx="49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77156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5330952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06340" y="516636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993892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08" y="5330952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23076" y="516636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4871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world — an isolated production preview, migrated clean.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5508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a glance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871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capability, confirmed working today.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3657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path &amp; logins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0416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five roles — and who to sign in as for each.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5508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0" y="3657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channels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0416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Telegram, wired and confirmed.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440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691640" y="5212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isolation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91640" y="55961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identities, neither sees the other.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5029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35508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32320" y="5212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55961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list still ahead of production go-live.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true production preview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Supabase project, its own Vercel deployment, migrated to the current schema and reset freely — separate from dev, and separate from the production environment that hasn't been provisioned yet on purpose.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08152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tjboghjzbalxwhhatogl · eu-west-2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502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PROJECT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oe-group-ipms-staging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153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50799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0178, zero synthetic rows at provisioning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28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522122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demo dataset + brand-specific content for TFML and OEA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600200"/>
            <a:ext cx="4114800" cy="4572000"/>
          </a:xfrm>
          <a:prstGeom prst="roundRect">
            <a:avLst>
              <a:gd name="adj" fmla="val 2222"/>
            </a:avLst>
          </a:prstGeom>
          <a:solidFill>
            <a:srgbClr val="141A4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2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0" y="18470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points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772400" y="25146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17" name="Text 14"/>
          <p:cNvSpPr/>
          <p:nvPr/>
        </p:nvSpPr>
        <p:spPr>
          <a:xfrm>
            <a:off x="7936992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oe-group-ipms-staging.vercel.app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36992" y="29352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door · POC content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0" y="34290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20" name="Text 17"/>
          <p:cNvSpPr/>
          <p:nvPr/>
        </p:nvSpPr>
        <p:spPr>
          <a:xfrm>
            <a:off x="7936992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oeaportal.com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36992" y="38496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branded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72400" y="43434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23" name="Text 20"/>
          <p:cNvSpPr/>
          <p:nvPr/>
        </p:nvSpPr>
        <p:spPr>
          <a:xfrm>
            <a:off x="7936992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tfmlportal.com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936992" y="47640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branded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772400" y="52578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26" name="Text 23"/>
          <p:cNvSpPr/>
          <p:nvPr/>
        </p:nvSpPr>
        <p:spPr>
          <a:xfrm>
            <a:off x="7936992" y="5349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portal.tfmlconsultant.com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936992" y="56784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sign-in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STATUS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Confirmed, not assumed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capability checked live against staging today — not a plan, a result.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500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7706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Anthropic calls verified against a real critical-priority request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3500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84064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checkout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81728" y="27706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banner confirmed, live authorization URL created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321040" y="21488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3500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24544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522208" y="27706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validated, verified sending domain in place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640080" y="372160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2277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43584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TFML + OEA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41248" y="4343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bots registered, routing confirmed per brand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4480560" y="372160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92277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4064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TFML + OEA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681728" y="4343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registered, inbound routing and classification confirmed</a:t>
            </a:r>
            <a:endParaRPr lang="en-US" sz="1080" dirty="0"/>
          </a:p>
        </p:txBody>
      </p:sp>
      <p:sp>
        <p:nvSpPr>
          <p:cNvPr id="25" name="Shape 18"/>
          <p:cNvSpPr/>
          <p:nvPr/>
        </p:nvSpPr>
        <p:spPr>
          <a:xfrm>
            <a:off x="8321040" y="372160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92277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24544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org creation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522208" y="4343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can provision a new client organisation end to end</a:t>
            </a:r>
            <a:endParaRPr lang="en-US" sz="1080" dirty="0"/>
          </a:p>
        </p:txBody>
      </p:sp>
      <p:sp>
        <p:nvSpPr>
          <p:cNvPr id="29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GOLDEN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start to finish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41A40"/>
          </a:solidFill>
          <a:ln/>
        </p:spPr>
      </p:sp>
      <p:sp>
        <p:nvSpPr>
          <p:cNvPr id="5" name="Shape 3"/>
          <p:cNvSpPr/>
          <p:nvPr/>
        </p:nvSpPr>
        <p:spPr>
          <a:xfrm>
            <a:off x="1358158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35815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Raises a request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live — category, urgency, AI summary</a:t>
            </a:r>
            <a:endParaRPr lang="en-US" sz="103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589" y="366674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80909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B2456"/>
          </a:solidFill>
          <a:ln/>
        </p:spPr>
      </p:sp>
      <p:sp>
        <p:nvSpPr>
          <p:cNvPr id="12" name="Shape 9"/>
          <p:cNvSpPr/>
          <p:nvPr/>
        </p:nvSpPr>
        <p:spPr>
          <a:xfrm>
            <a:off x="3598987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3598987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18069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/ PM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8069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Dispatches it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045501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vendor from the property queue</a:t>
            </a:r>
            <a:endParaRPr lang="en-US" sz="103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417" y="3666744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21737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41A40"/>
          </a:solidFill>
          <a:ln/>
        </p:spPr>
      </p:sp>
      <p:sp>
        <p:nvSpPr>
          <p:cNvPr id="19" name="Shape 15"/>
          <p:cNvSpPr/>
          <p:nvPr/>
        </p:nvSpPr>
        <p:spPr>
          <a:xfrm>
            <a:off x="5839816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6"/>
          <p:cNvSpPr/>
          <p:nvPr/>
        </p:nvSpPr>
        <p:spPr>
          <a:xfrm>
            <a:off x="5839816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258897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258897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Completes &amp; invoices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5286329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logged, invoice submitted</a:t>
            </a:r>
            <a:endParaRPr lang="en-US" sz="103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46" y="3666744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362566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B2456"/>
          </a:solidFill>
          <a:ln/>
        </p:spPr>
      </p:sp>
      <p:sp>
        <p:nvSpPr>
          <p:cNvPr id="26" name="Shape 21"/>
          <p:cNvSpPr/>
          <p:nvPr/>
        </p:nvSpPr>
        <p:spPr>
          <a:xfrm>
            <a:off x="8080644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2"/>
          <p:cNvSpPr/>
          <p:nvPr/>
        </p:nvSpPr>
        <p:spPr>
          <a:xfrm>
            <a:off x="8080644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499726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499726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Verifies &amp; remits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7527158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Gated: verify → performance → approve → send</a:t>
            </a:r>
            <a:endParaRPr lang="en-US" sz="103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075" y="3666744"/>
            <a:ext cx="256032" cy="25603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603395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41A40"/>
          </a:solidFill>
          <a:ln/>
        </p:spPr>
      </p:sp>
      <p:sp>
        <p:nvSpPr>
          <p:cNvPr id="33" name="Shape 27"/>
          <p:cNvSpPr/>
          <p:nvPr/>
        </p:nvSpPr>
        <p:spPr>
          <a:xfrm>
            <a:off x="10321473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28"/>
          <p:cNvSpPr/>
          <p:nvPr/>
        </p:nvSpPr>
        <p:spPr>
          <a:xfrm>
            <a:off x="10321473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740555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740555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Sees the whole trail</a:t>
            </a:r>
            <a:endParaRPr lang="en-US" sz="1550" dirty="0"/>
          </a:p>
        </p:txBody>
      </p:sp>
      <p:sp>
        <p:nvSpPr>
          <p:cNvPr id="37" name="Text 31"/>
          <p:cNvSpPr/>
          <p:nvPr/>
        </p:nvSpPr>
        <p:spPr>
          <a:xfrm>
            <a:off x="9767987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BI dashboard, audit — one place</a:t>
            </a:r>
            <a:endParaRPr lang="en-US" sz="1030" dirty="0"/>
          </a:p>
        </p:txBody>
      </p:sp>
      <p:sp>
        <p:nvSpPr>
          <p:cNvPr id="38" name="Text 3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in, role by role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AF1DC"/>
          </a:solidFill>
          <a:ln w="12700">
            <a:solidFill>
              <a:srgbClr val="E8D5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below uses the same password:  </a:t>
            </a:r>
            <a:r>
              <a:rPr lang="en-US" sz="1400" b="1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OEGroupDemo2026!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walkthrough — POC organisation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523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oe-group-ipms-staging.vercel.app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52344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78892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30083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oe-group-foundation-poc.tenant@oegroup.test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3319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5387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oe-group-foundation-poc.facilitymanager@oegroup.test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813048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496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ops staff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0690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oe-group-foundation-poc.fmopsstaff@oegroup.test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43799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45994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oe-group-foundation-poc.vendor@oegroup.test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9103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512978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oe-group-foundation-poc.financeapprover@oegroup.test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54406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56601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oe-group-foundation-poc.admin@oegroup.test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934456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9710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619048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oe-group-foundation-poc.propertyowner@oegroup.test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2860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&amp; operator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2523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their own branded addresses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82512" y="2752344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78892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· Admin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0083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tfml.admin@oegroup.test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3319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· Facility manager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5387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tfml.fm@oegroup.test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82512" y="3813048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8496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· Finance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0690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tfml.finance@oegroup.test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43799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· 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5994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oea.admin@oegroup.test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82512" y="4873752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49103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· Facility manager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12978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oea.fm@oegroup.test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54406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· Finance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56601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oea.finance@oegroup.test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82512" y="5934456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9710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(all orgs)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619048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operator.admin@oegroup.test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64190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on staging, against synthetic data — none of these reach a production system.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LIVE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Reachable today, on real numbers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 route per brand — the same platform, answering as two distinct businesses.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E6F3EB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548640" cy="548640"/>
          </a:xfrm>
          <a:prstGeom prst="ellipse">
            <a:avLst/>
          </a:prstGeom>
          <a:solidFill>
            <a:srgbClr val="1E7B4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596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91640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360dialog · direct client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60120" y="3474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3858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+234 703 689 1329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60120" y="4617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43000" y="5001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+234 708 471 4148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0120" y="5486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must come from the sender — WhatsApp opens the reply window on inbound contact.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0" y="21488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D9DEF2">
              <a:alpha val="60000"/>
            </a:srgbClr>
          </a:solidFill>
          <a:ln w="12700">
            <a:solidFill>
              <a:srgbClr val="C3C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0840" y="2468880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59689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7452360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API · no session window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720840" y="3474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3CB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0372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903720" y="3858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@tfml_support_bot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720840" y="4617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3CB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0372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03720" y="5001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@oea_properties_bot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720840" y="5486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anyone who finds it — no approval step. Publish deliberately, not by obscurity.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BRAND ISOLATION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Two identities. No overlap.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0F2A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Facilities Management Limited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tfmlportal.com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Marina Business Park · 5 units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vendors under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requests, mixed channels &amp; states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+234 703 689 1329 · WhatsApp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5C16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2679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Egbunike &amp; Associates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oeaportal.com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Parkview Terraces · 4 units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vendors under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requests, mixed channels &amp; states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+234 708 471 4148 · WhatsApp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79476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B245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NEW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onboarding, not a fixture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can provision a brand-new organisation live — name, brand, first admin — and a genuine invitation email goes out through Resend on submit. That admin can then invite their own FM, vendor, and tenant, each with a real email.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245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021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355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creates the org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37216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/orgs — name, brand, first administrator's email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325112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245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8114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sends for real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delivers — no seeded fixture, no shortcut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540410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245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6601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55138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invite their own people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17320" y="58795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People → Invitations, any role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818120" y="169164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D9A441"/>
          </a:solidFill>
          <a:ln/>
        </p:spPr>
      </p:sp>
      <p:sp>
        <p:nvSpPr>
          <p:cNvPr id="19" name="Text 14"/>
          <p:cNvSpPr/>
          <p:nvPr/>
        </p:nvSpPr>
        <p:spPr>
          <a:xfrm>
            <a:off x="80010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0" name="Text 15"/>
          <p:cNvSpPr/>
          <p:nvPr/>
        </p:nvSpPr>
        <p:spPr>
          <a:xfrm>
            <a:off x="8138160" y="27432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walkthrough runs on seeded logins — fast, reliable. This is the one moment worth calling out live.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here and go-live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5915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591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51760" y="210312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designated · staging provisioned · DPA &amp; privacy drafts ready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3931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B985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338328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&amp; Flutterwave business verification underway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91947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5B607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19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51760" y="466344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 be wired · 360dialog tier to confirm · production Supabase + Vercel provisioning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B2456">
              <a:alpha val="6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606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live run.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— confirmed end to end. Questions welcome.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Group IPMS  ·  oe-group-ipms-staging.vercel.app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983</Words>
  <Application>Microsoft Office PowerPoint</Application>
  <PresentationFormat>Widescreen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Amapakabo</cp:lastModifiedBy>
  <cp:revision>2</cp:revision>
  <dcterms:created xsi:type="dcterms:W3CDTF">2026-08-20T16:57:16Z</dcterms:created>
  <dcterms:modified xsi:type="dcterms:W3CDTF">2026-08-21T03:36:51Z</dcterms:modified>
</cp:coreProperties>
</file>